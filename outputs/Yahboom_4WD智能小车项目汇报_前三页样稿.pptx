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cd857cb47d4cc8" /><Relationship Type="http://schemas.openxmlformats.org/officeDocument/2006/relationships/extended-properties" Target="/docProps/app.xml" Id="Rbbb1199878a84adf" /><Relationship Type="http://schemas.openxmlformats.org/officeDocument/2006/relationships/officeDocument" Target="/ppt/presentation.xml" Id="Rf28051b851ea48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214b5002354a63"/>
  </p:sldMasterIdLst>
  <p:notesMasterIdLst>
    <p:notesMasterId xmlns:r="http://schemas.openxmlformats.org/officeDocument/2006/relationships" r:id="R54b20dd9a5fb487b"/>
  </p:notesMasterIdLst>
  <p:sldIdLst>
    <p:sldId xmlns:r="http://schemas.openxmlformats.org/officeDocument/2006/relationships" id="256" r:id="R1be4349151984774"/>
    <p:sldId xmlns:r="http://schemas.openxmlformats.org/officeDocument/2006/relationships" id="257" r:id="R2d66a9e79f2f46f2"/>
    <p:sldId xmlns:r="http://schemas.openxmlformats.org/officeDocument/2006/relationships" id="258" r:id="Re58d7c7ecd31435a"/>
  </p:sldIdLst>
  <p:sldSz cx="12191365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f351c80d54ad2" /><Relationship Type="http://schemas.openxmlformats.org/officeDocument/2006/relationships/slideMaster" Target="/ppt/slideMasters/slideMaster1.xml" Id="R7b214b5002354a63" /><Relationship Type="http://schemas.openxmlformats.org/officeDocument/2006/relationships/notesMaster" Target="/ppt/notesMasters/notesMaster1.xml" Id="R54b20dd9a5fb487b" /><Relationship Type="http://schemas.openxmlformats.org/officeDocument/2006/relationships/presProps" Target="/ppt/presProps.xml" Id="R101c4c93a6194b19" /><Relationship Type="http://schemas.openxmlformats.org/officeDocument/2006/relationships/viewProps" Target="/ppt/viewProps.xml" Id="R43534be3aa514b9a" /><Relationship Type="http://schemas.openxmlformats.org/officeDocument/2006/relationships/tableStyles" Target="/ppt/tableStyles.xml" Id="R151ee393fc0d42a5" /><Relationship Type="http://schemas.openxmlformats.org/officeDocument/2006/relationships/slide" Target="/ppt/slides/slide1.xml" Id="R1be4349151984774" /><Relationship Type="http://schemas.openxmlformats.org/officeDocument/2006/relationships/slide" Target="/ppt/slides/slide2.xml" Id="R2d66a9e79f2f46f2" /><Relationship Type="http://schemas.openxmlformats.org/officeDocument/2006/relationships/slide" Target="/ppt/slides/slide3.xml" Id="Re58d7c7ecd31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b5d38037cc4d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c3f6ccd0834a2e" /><Relationship Type="http://schemas.openxmlformats.org/officeDocument/2006/relationships/notesMaster" Target="/ppt/notesMasters/notesMaster1.xml" Id="Rc22c82f28ce842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1f9c6581f04a20" /><Relationship Type="http://schemas.openxmlformats.org/officeDocument/2006/relationships/notesMaster" Target="/ppt/notesMasters/notesMaster1.xml" Id="R89cbd602e9ef4a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dbe680c700442a" /><Relationship Type="http://schemas.openxmlformats.org/officeDocument/2006/relationships/notesMaster" Target="/ppt/notesMasters/notesMaster1.xml" Id="R2755ea59aceb44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8247dc945d48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44762721d484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9bd29fcc04d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3e11783a84e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a61427ae9c4f3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c9dd044eb4c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b037d1c7947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4131106fa493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e8c76af63847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0be58de5b4fd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a79f2b76349d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293AD7-B254-43FB-81E6-4D4C9BD5459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B885465-C6DF-47AC-9812-2ECD74195F5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B08DBF-E841-4929-8838-A6C70C0529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7C60482-D319-45D1-A970-DB6F32177D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73D09D-23B5-45C0-99CE-12A20894DD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013E82-66C9-46FC-8A8D-7E4E987E15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06C0810-8C7B-476A-A8B6-BF57149CA5A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CABA289-FC49-4654-9555-10A18ADF1A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04E0EE-547E-42D1-8484-4D0EF2C85D5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43304C-98CA-4E92-8BFC-FF9948525E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AD3EA1-D154-4199-9160-B0C7A2394D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2FC4DD-5317-47FF-A319-1154A57695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400EE9-C268-4299-9D74-C547662ED5A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2E7BD54-FC95-4D31-9E59-6D3986C83A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66A2BC2-38CF-44CC-A645-90341A87B7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8103A94-1DD1-4E7A-8504-E84590FA8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CF5678-2768-48FB-AF12-B84A9787DBE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68B220-B83B-49BA-BA82-80074BFE04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5617659-43CB-4B47-8FE1-075AE329E3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5371172-14D6-4F4C-9CB2-52AE96DE676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F76C019-8E05-4BE5-A306-30F907BD2C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593EA8-73C2-4E1C-86F5-41CE2AEBE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DA2C69-E52C-4325-BF04-F29AE72E01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D477126-AE03-49DA-81DC-BB673B3857B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1F4DD25-095A-41D8-86B4-404BC294D1D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E11333F-6A2B-4C46-B3E2-5DE2B0663BA2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28030DB-1445-4CDE-B7D5-358504D62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D2DFAAD-647D-48E0-BE3E-2087119B4A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75ED3A3-FCBD-4A15-9A66-E8D55544EB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89DDE5-8B41-4C65-AD10-01F13139C1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73080DA9-B715-4B7F-9561-D39DFA3D26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E87861C-7455-488A-92AE-C898FB6803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D80CCA7-90E9-468F-A06F-F850B6DD5A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0B5BD35-CAD7-4E42-AE99-01B9DF5987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00F2540-19F9-4AED-B052-9C4B4E9C72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3BF4CAE-73B7-4B1A-9655-EDA2610CDE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F6CF95-2D57-4FFD-9F5C-0A0C8B9BDA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0DCD4A8-856F-45A9-8359-16FFEA311B7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449266E-12A1-46B9-BAC0-32C62AC9DB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E158BB0-908B-4A2C-9C6B-12A2409A09E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E3E5278-14B4-4E38-8DD9-4234DBC79E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F3440F-9834-4582-9B28-8E834D77B7E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A8DDB1-2FC6-48DC-B6FA-4122AAE6A5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B411840-833D-4351-B6FC-7A1AA5E2DFF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3163D55-7E6C-4E8C-8603-5494C5FEA7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AF3A217-1141-4366-A342-2D315A3F6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92D8838-96E0-4140-BD4F-D561AF6781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7710114-A505-467F-B4CD-19365F09D4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1B10E7-9A66-4385-B240-38845BC72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2F442D-ACC6-4B39-BB50-86798B2B08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A975220-720A-4A0D-B8AC-D870D720BF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DC29F3A-CD0F-4F58-B35B-ACA2A6C596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9DBFE3-0BE2-4628-BE83-E845011AE7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9B1C891-90EE-429D-8989-8D2E759EE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1AB230-3F04-46D2-95C9-3059242414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5C6FB7-1CA8-497A-81BD-AC942CC476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B8C0AF-08AD-4E86-B80C-8782F35523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BBBBCB-8280-4ED9-B313-EB306BE0E1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762db778c743ee" /><Relationship Type="http://schemas.openxmlformats.org/officeDocument/2006/relationships/slideLayout" Target="/ppt/slideLayouts/slideLayout1.xml" Id="Rd6eb4fb7128b4de3" /><Relationship Type="http://schemas.openxmlformats.org/officeDocument/2006/relationships/slideLayout" Target="/ppt/slideLayouts/slideLayout2.xml" Id="R8d57614397034ab3" /><Relationship Type="http://schemas.openxmlformats.org/officeDocument/2006/relationships/slideLayout" Target="/ppt/slideLayouts/slideLayout3.xml" Id="Ra80d119ccbb54a0a" /><Relationship Type="http://schemas.openxmlformats.org/officeDocument/2006/relationships/slideLayout" Target="/ppt/slideLayouts/slideLayout4.xml" Id="R1201ebe9521a42bd" /><Relationship Type="http://schemas.openxmlformats.org/officeDocument/2006/relationships/slideLayout" Target="/ppt/slideLayouts/slideLayout5.xml" Id="R74ee3533e89541ce" /><Relationship Type="http://schemas.openxmlformats.org/officeDocument/2006/relationships/slideLayout" Target="/ppt/slideLayouts/slideLayout6.xml" Id="R45f496b911a64b38" /><Relationship Type="http://schemas.openxmlformats.org/officeDocument/2006/relationships/slideLayout" Target="/ppt/slideLayouts/slideLayout7.xml" Id="Rfc26051634d4426b" /><Relationship Type="http://schemas.openxmlformats.org/officeDocument/2006/relationships/slideLayout" Target="/ppt/slideLayouts/slideLayout8.xml" Id="R0b44d66bf45b444d" /><Relationship Type="http://schemas.openxmlformats.org/officeDocument/2006/relationships/slideLayout" Target="/ppt/slideLayouts/slideLayout9.xml" Id="Rb726d642eb624487" /><Relationship Type="http://schemas.openxmlformats.org/officeDocument/2006/relationships/slideLayout" Target="/ppt/slideLayouts/slideLayout10.xml" Id="R56e344869fb94f31" /><Relationship Type="http://schemas.openxmlformats.org/officeDocument/2006/relationships/slideLayout" Target="/ppt/slideLayouts/slideLayout11.xml" Id="R998178ce941f4e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A09B187-3BCB-4F7C-8D6A-6085590991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5D5A72-E2E4-4F5C-B218-F1E65C547D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479E13-B4EC-4470-9784-3514BA1FE54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2EB49C5-2450-4202-9555-6AE3D7D58D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AEEE87E-10DC-435A-A0C5-FDE5F6B86C0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eb4fb7128b4de3"/>
    <p:sldLayoutId xmlns:r="http://schemas.openxmlformats.org/officeDocument/2006/relationships" id="2147483650" r:id="R8d57614397034ab3"/>
    <p:sldLayoutId xmlns:r="http://schemas.openxmlformats.org/officeDocument/2006/relationships" id="2147483651" r:id="Ra80d119ccbb54a0a"/>
    <p:sldLayoutId xmlns:r="http://schemas.openxmlformats.org/officeDocument/2006/relationships" id="2147483652" r:id="R1201ebe9521a42bd"/>
    <p:sldLayoutId xmlns:r="http://schemas.openxmlformats.org/officeDocument/2006/relationships" id="2147483653" r:id="R74ee3533e89541ce"/>
    <p:sldLayoutId xmlns:r="http://schemas.openxmlformats.org/officeDocument/2006/relationships" id="2147483654" r:id="R45f496b911a64b38"/>
    <p:sldLayoutId xmlns:r="http://schemas.openxmlformats.org/officeDocument/2006/relationships" id="2147483655" r:id="Rfc26051634d4426b"/>
    <p:sldLayoutId xmlns:r="http://schemas.openxmlformats.org/officeDocument/2006/relationships" id="2147483656" r:id="R0b44d66bf45b444d"/>
    <p:sldLayoutId xmlns:r="http://schemas.openxmlformats.org/officeDocument/2006/relationships" id="2147483657" r:id="Rb726d642eb624487"/>
    <p:sldLayoutId xmlns:r="http://schemas.openxmlformats.org/officeDocument/2006/relationships" id="2147483658" r:id="R56e344869fb94f31"/>
    <p:sldLayoutId xmlns:r="http://schemas.openxmlformats.org/officeDocument/2006/relationships" id="2147483659" r:id="R998178ce941f4e74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9ae666c723e4a8d" /><Relationship Type="http://schemas.openxmlformats.org/officeDocument/2006/relationships/image" Target="/ppt/media/image.png" Id="R6540dafc34a24ef8" /><Relationship Type="http://schemas.openxmlformats.org/officeDocument/2006/relationships/image" Target="/ppt/media/image2.png" Id="R27cde7123d624703" /><Relationship Type="http://schemas.openxmlformats.org/officeDocument/2006/relationships/notesSlide" Target="/ppt/notesSlides/notesSlide1.xml" Id="R1e7c2a6557144a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313061af97248c0" /><Relationship Type="http://schemas.openxmlformats.org/officeDocument/2006/relationships/image" Target="/ppt/media/image2.png" Id="Rcce99c3d51ec415e" /><Relationship Type="http://schemas.openxmlformats.org/officeDocument/2006/relationships/notesSlide" Target="/ppt/notesSlides/notesSlide2.xml" Id="R587454fb8b5146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a17f6bb2b1947b4" /><Relationship Type="http://schemas.openxmlformats.org/officeDocument/2006/relationships/image" Target="/ppt/media/image2.png" Id="R8ca015bfcda640e1" /><Relationship Type="http://schemas.openxmlformats.org/officeDocument/2006/relationships/image" Target="/ppt/media/image.jpeg" Id="R87e7035669e54561" /><Relationship Type="http://schemas.openxmlformats.org/officeDocument/2006/relationships/image" Target="/ppt/media/image2.jpeg" Id="R44b1644da0394a64" /><Relationship Type="http://schemas.openxmlformats.org/officeDocument/2006/relationships/notesSlide" Target="/ppt/notesSlides/notesSlide3.xml" Id="R63a99957ca8440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0dafc34a24e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9525" y="9525"/>
            <a:ext cx="12172950" cy="6824663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82DD720-AA42-461A-9A1E-590A787D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12172950" cy="6824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26">
              <a:alpha val="6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F530223-040F-4549-80B0-67971797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" y="9525"/>
            <a:ext cx="90488" cy="68246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de7123d624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384048"/>
            <a:ext cx="5349240" cy="371586"/>
          </a:xfrm>
          <a:prstGeom xmlns:a="http://schemas.openxmlformats.org/drawingml/2006/main" prst="rect">
            <a:avLst/>
          </a:prstGeom>
        </p:spPr>
      </p:pic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91C4518-EC92-4617-80C0-9DBC56D1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90472"/>
            <a:ext cx="2487168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80BB3F2-5395-4099-B1AC-082C76DD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90472"/>
            <a:ext cx="248716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07111F"/>
                </a:solidFill>
                <a:latin typeface="微软雅黑"/>
                <a:ea typeface="微软雅黑"/>
                <a:cs typeface="微软雅黑"/>
              </a:rPr>
              <a:t>PRODUCT DEMO · GRID ROAD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CF00DAC-BDBC-4A55-A16F-DEEB97AB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883664"/>
            <a:ext cx="6675120" cy="14142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440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Yahboom 4WD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440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智能接驳小车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453FE2B-B07C-4EAC-AB87-C9260B3C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3575304"/>
            <a:ext cx="68122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500" b="1">
                <a:solidFill>
                  <a:srgbClr val="2DD4E8"/>
                </a:solidFill>
                <a:latin typeface="微软雅黑"/>
                <a:ea typeface="微软雅黑"/>
                <a:cs typeface="微软雅黑"/>
              </a:rPr>
              <a:t>面向校园网格道路的自主叫车与乘客接驳系统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B49686A-B65F-45F9-894E-5BB9D85D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0248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320" b="0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用户在线创建行程，小车完成接客、行驶、道路事件处理和到达通知。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A0DCC8A-A4F4-4DCA-BF9D-49C3FBEA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383280" cy="3794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C8FE7FA-B526-4301-B8A7-E556B7ED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764792"/>
            <a:ext cx="268833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1">
                <a:solidFill>
                  <a:srgbClr val="2DD4E8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182CB9D-2AAD-4849-BEA0-7D06352A7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286000"/>
            <a:ext cx="269748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230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32989094-2BCC-492E-B8F6-DF716F0A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959352"/>
            <a:ext cx="2770632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BD80B0A-BC27-479A-9E76-36B49A5A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4169663"/>
            <a:ext cx="2651760" cy="676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40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4DEB093-4725-4288-BF98-1E0D7906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9632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计算机工程实践项目 · 2026</a:t>
            </a:r>
          </a:p>
        </p:txBody>
      </p:sp>
    </p:spTree>
    <p:extLst>
      <p:ext uri="{BB962C8B-B14F-4D97-AF65-F5344CB8AC3E}">
        <p14:creationId xmlns:p14="http://schemas.microsoft.com/office/powerpoint/2010/main" val="18478187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43A90A07-2F91-42DE-89D7-B1E21839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8DCAAAEB-5043-42AB-AE72-C651D0C7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E6EBFD11-C1B2-4F3D-80A6-1721A768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C23DD7BE-8394-42AC-B25A-D80D25F7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2022C1B9-12A9-430C-AE1B-7F2B677F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F8BAA09A-7144-4C81-9A1F-A3202588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02FD772B-89A7-490E-9E4C-BF1BC704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10D6F706-6E5D-4F9D-ACDC-9F337BAF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DF971196-FA10-41AF-9074-1DB820DB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024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D3AA409F-1DC3-483B-ACE1-D77DB74E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5A412C44-47AD-42DC-A797-59A45E83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056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AEB25D0F-B830-41BE-BD40-45B7FC4E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072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BC0F3CD-4A34-4366-A927-87380A8E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e99c3d51ec41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7888" y="146304"/>
            <a:ext cx="3611880" cy="25090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594C9CC-A8A2-490F-9AD5-28EB812A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18872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00" b="1">
                <a:solidFill>
                  <a:srgbClr val="2DD4E8"/>
                </a:solidFill>
                <a:latin typeface="Consolas"/>
                <a:ea typeface="Consolas"/>
                <a:cs typeface="Consolas"/>
              </a:rPr>
              <a:t>02 / JOURNEY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EDC6DD-89BB-4C22-ABBC-3D630978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28232"/>
            <a:ext cx="548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>
                <a:solidFill>
                  <a:srgbClr val="A9B8CD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D6E84A9-2C4D-4D81-B805-732B091F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4206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>
                <a:solidFill>
                  <a:srgbClr val="A9B8CD"/>
                </a:solidFill>
                <a:latin typeface="Consolas"/>
                <a:ea typeface="Consolas"/>
                <a:cs typeface="Consolas"/>
              </a:rPr>
              <a:t>YAHBOOM 4WD · COMPUTER ENGINEERING PRACTICE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59768A8-E319-45B6-A551-655313CE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0292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F6F8FC"/>
                </a:solidFill>
                <a:latin typeface="微软雅黑"/>
                <a:ea typeface="微软雅黑"/>
                <a:cs typeface="微软雅黑"/>
              </a:rPr>
              <a:t>一次叫车任务，按八个步骤完成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3C86113-B1B6-4934-9234-EA8FDE48E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78992"/>
            <a:ext cx="6400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D6C38C3-6691-4B87-917F-40E34648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932688"/>
            <a:ext cx="9052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先看完整行程；后续页面严格沿着这条时间线逐步展开。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B0997FD-56F5-4F5F-8FB0-799FCD6E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32688"/>
            <a:ext cx="2432304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37CD973-00AA-4B2B-8442-00B4CD7A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32688"/>
            <a:ext cx="2432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6F8FC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FFEAAC4-49B1-46B6-B8B5-8FDCCACF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27048"/>
            <a:ext cx="2395728" cy="1444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4F8C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EA99F334-D4DF-4723-B7A7-02ED61EE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91639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0DFC6F5-E74E-452C-95B5-13310E2E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91639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7F21A58-9B23-4B13-B43B-EBB7E932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016" y="1664207"/>
            <a:ext cx="1426464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选择乘客和路线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67572F9-6D6C-4861-804E-7987B142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295144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接客点 / 途经点 / 终点</a:t>
            </a:r>
          </a:p>
        </p:txBody>
      </p:sp>
      <p:sp>
        <p:nvSpPr>
          <p:cNvPr id="29" name="Right Arrow 28">
            <a:extLst xmlns:a="http://schemas.openxmlformats.org/drawingml/2006/main">
              <a:ext uri="{FF2B5EF4-FFF2-40B4-BE49-F238E27FC236}">
                <a16:creationId xmlns:a16="http://schemas.microsoft.com/office/drawing/2014/main" id="{53499A24-E376-4E62-A611-44485A6B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130552"/>
            <a:ext cx="32918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35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E5295838-81E2-407A-87F2-D6A6EC85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7288" y="1527048"/>
            <a:ext cx="2395728" cy="1444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2DD4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5AF8F947-59A1-4F6B-92B5-9C10BF00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1691639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485B7B1-2BB0-4E9A-A598-53A00B77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0168" y="1691639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6A104C8-4A91-4C35-8E05-72DE0082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76" y="1664207"/>
            <a:ext cx="142646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创建行程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B200D27-BF5F-4472-8727-68AA9A9E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456" y="2295144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锁定本次乘客与路线</a:t>
            </a:r>
          </a:p>
        </p:txBody>
      </p:sp>
      <p:sp>
        <p:nvSpPr>
          <p:cNvPr id="35" name="Right Arrow 34">
            <a:extLst xmlns:a="http://schemas.openxmlformats.org/drawingml/2006/main">
              <a:ext uri="{FF2B5EF4-FFF2-40B4-BE49-F238E27FC236}">
                <a16:creationId xmlns:a16="http://schemas.microsoft.com/office/drawing/2014/main" id="{E823860B-9174-4479-8F09-88CC4D77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130552"/>
            <a:ext cx="32918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35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DD8E19CD-5627-475F-9E91-0D63DAEB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527048"/>
            <a:ext cx="2395728" cy="1444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8B7C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9FE03C79-364B-443F-9770-7DB58EAD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91639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C84AB33-F5C5-4C52-80C7-9453F94D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0528" y="1691639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1156CA9-40BA-4D45-8246-D0BD5500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1736" y="1664207"/>
            <a:ext cx="142646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前往接客点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B4C7AED9-041A-4016-B33B-C4004729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816" y="2295144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按网格可信节点行驶</a:t>
            </a:r>
          </a:p>
        </p:txBody>
      </p:sp>
      <p:sp>
        <p:nvSpPr>
          <p:cNvPr id="41" name="Right Arrow 40">
            <a:extLst xmlns:a="http://schemas.openxmlformats.org/drawingml/2006/main">
              <a:ext uri="{FF2B5EF4-FFF2-40B4-BE49-F238E27FC236}">
                <a16:creationId xmlns:a16="http://schemas.microsoft.com/office/drawing/2014/main" id="{67D2B620-C031-41C6-90AC-B5C73363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130552"/>
            <a:ext cx="32918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35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DE1B5A2F-452F-4DB6-99E3-63195804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8007" y="1527048"/>
            <a:ext cx="2395728" cy="1444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35D39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Oval 42">
            <a:extLst xmlns:a="http://schemas.openxmlformats.org/drawingml/2006/main">
              <a:ext uri="{FF2B5EF4-FFF2-40B4-BE49-F238E27FC236}">
                <a16:creationId xmlns:a16="http://schemas.microsoft.com/office/drawing/2014/main" id="{BC4E8F5B-9E60-4192-A29D-2274A7DB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7" y="1691639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1F86EF6C-4C62-4026-9176-114FF573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887" y="1691639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91B071B7-346A-4BE3-B737-1E4AC4CD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2095" y="1664207"/>
            <a:ext cx="142646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到达并停车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CC9CBEA6-AC82-43C8-899F-5ABCB138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295144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到点停车，等待核验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E474D4C0-F9A8-4B1B-922A-53C0FB79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666744"/>
            <a:ext cx="2395728" cy="1444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4F8C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Oval 47">
            <a:extLst xmlns:a="http://schemas.openxmlformats.org/drawingml/2006/main">
              <a:ext uri="{FF2B5EF4-FFF2-40B4-BE49-F238E27FC236}">
                <a16:creationId xmlns:a16="http://schemas.microsoft.com/office/drawing/2014/main" id="{DE4380A5-5CC3-47BC-AF1D-4D602813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831335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068EF387-2C0E-49B4-B10F-47083CE6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831335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4354D85C-F06A-4DAC-9DF7-8A1406D6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5768" y="3803904"/>
            <a:ext cx="142646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核对指定乘客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EFD1E235-0B5D-41E7-B598-10170F63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4434840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识别已登记乘客</a:t>
            </a:r>
          </a:p>
        </p:txBody>
      </p:sp>
      <p:sp>
        <p:nvSpPr>
          <p:cNvPr id="52" name="Right Arrow 51">
            <a:extLst xmlns:a="http://schemas.openxmlformats.org/drawingml/2006/main">
              <a:ext uri="{FF2B5EF4-FFF2-40B4-BE49-F238E27FC236}">
                <a16:creationId xmlns:a16="http://schemas.microsoft.com/office/drawing/2014/main" id="{7BE5CCFC-15E2-4F4F-8129-E3247020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4270248"/>
            <a:ext cx="32918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35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CF149757-E952-475B-820E-E2C7A722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666744"/>
            <a:ext cx="2395728" cy="1444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F6B94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Oval 53">
            <a:extLst xmlns:a="http://schemas.openxmlformats.org/drawingml/2006/main">
              <a:ext uri="{FF2B5EF4-FFF2-40B4-BE49-F238E27FC236}">
                <a16:creationId xmlns:a16="http://schemas.microsoft.com/office/drawing/2014/main" id="{09C509E7-A768-4129-9C1D-F29C2BBB7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31335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F4E5B72-9B12-428D-8CCE-F34369BE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31335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AD6D2A92-915F-4F74-8F00-38614645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6127" y="3803904"/>
            <a:ext cx="142646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确认上车</a:t>
            </a: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54C5AB72-07D1-4FD8-8859-005822AD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7" y="4434840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用户确认后继续</a:t>
            </a:r>
          </a:p>
        </p:txBody>
      </p:sp>
      <p:sp>
        <p:nvSpPr>
          <p:cNvPr id="58" name="Right Arrow 57">
            <a:extLst xmlns:a="http://schemas.openxmlformats.org/drawingml/2006/main">
              <a:ext uri="{FF2B5EF4-FFF2-40B4-BE49-F238E27FC236}">
                <a16:creationId xmlns:a16="http://schemas.microsoft.com/office/drawing/2014/main" id="{13591D95-39D3-4A3B-B1D6-CF25EB4C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2631" y="4270248"/>
            <a:ext cx="329184" cy="21945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035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04B52B4A-07EA-47E4-B851-5D4F451F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666744"/>
            <a:ext cx="2395728" cy="1444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35D39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Oval 59">
            <a:extLst xmlns:a="http://schemas.openxmlformats.org/drawingml/2006/main">
              <a:ext uri="{FF2B5EF4-FFF2-40B4-BE49-F238E27FC236}">
                <a16:creationId xmlns:a16="http://schemas.microsoft.com/office/drawing/2014/main" id="{27492707-6F2E-4ECE-BF15-5722F23B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831335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7E9142D8-58BB-456C-82FC-B555BA91B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3831335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9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452684D7-897E-4DFB-8319-1A3D1429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488" y="3803904"/>
            <a:ext cx="1426464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6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执行剩余路线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9F2BBB11-5970-4446-95B6-AD76E247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4434840"/>
            <a:ext cx="1975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5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途经点 → 目的地</a:t>
            </a:r>
          </a:p>
        </p:txBody>
      </p:sp>
      <p:sp>
        <p:nvSpPr>
          <p:cNvPr id="64" name="Connector 63">
            <a:extLst xmlns:a="http://schemas.openxmlformats.org/drawingml/2006/main">
              <a:ext uri="{FF2B5EF4-FFF2-40B4-BE49-F238E27FC236}">
                <a16:creationId xmlns:a16="http://schemas.microsoft.com/office/drawing/2014/main" id="{B5E29FFD-61AC-4769-88CB-A0F32627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2971800"/>
            <a:ext cx="0" cy="64008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Left Arrow 64">
            <a:extLst xmlns:a="http://schemas.openxmlformats.org/drawingml/2006/main">
              <a:ext uri="{FF2B5EF4-FFF2-40B4-BE49-F238E27FC236}">
                <a16:creationId xmlns:a16="http://schemas.microsoft.com/office/drawing/2014/main" id="{5D99D3CF-9D93-4A2A-8789-8E169084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112" y="3438144"/>
            <a:ext cx="566928" cy="246888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20355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559B9CDA-CAA8-4EC3-AC64-BE83BBE4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06440"/>
            <a:ext cx="9893808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72B49"/>
          </a:solidFill>
          <a:ln xmlns:a="http://schemas.openxmlformats.org/drawingml/2006/main" w="15240">
            <a:solidFill>
              <a:srgbClr val="2DD4E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31C848A4-A158-49DB-A29B-973F1DB0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5843016"/>
            <a:ext cx="9400032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35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08 发现道路事件 → 普通障碍：倒回可信节点并改道｜收费站：等待通道开放后继续｜到达后发送通知</a:t>
            </a:r>
          </a:p>
        </p:txBody>
      </p:sp>
    </p:spTree>
    <p:extLst>
      <p:ext uri="{BB962C8B-B14F-4D97-AF65-F5344CB8AC3E}">
        <p14:creationId xmlns:p14="http://schemas.microsoft.com/office/powerpoint/2010/main" val="11104303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nnector 1">
            <a:extLst xmlns:a="http://schemas.openxmlformats.org/drawingml/2006/main">
              <a:ext uri="{FF2B5EF4-FFF2-40B4-BE49-F238E27FC236}">
                <a16:creationId xmlns:a16="http://schemas.microsoft.com/office/drawing/2014/main" id="{50F98F3F-6B53-49B1-AEE8-F0D4ED6C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F5B05DFB-6C80-474C-BD83-E351ABF5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215CC09B-DD53-4910-94B7-E822FABD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Connector 4">
            <a:extLst xmlns:a="http://schemas.openxmlformats.org/drawingml/2006/main">
              <a:ext uri="{FF2B5EF4-FFF2-40B4-BE49-F238E27FC236}">
                <a16:creationId xmlns:a16="http://schemas.microsoft.com/office/drawing/2014/main" id="{2272F76A-74DB-4BEC-9576-518F4672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6107B667-E78A-48AE-AA13-FE70E0EC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A20A9578-B86C-4336-A90D-7CFDDCC7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5A01F013-A63F-4181-9C89-EDCA9F14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6368B0CB-A2D5-429F-BF3B-849F2B2D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A5295A90-E265-442B-8AE4-61701611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2024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9317CA0D-B333-4578-B9A1-F77F963E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0040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B144C065-D328-4177-BBE5-62971283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8056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C9037F6E-500C-4E72-973A-17786E98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60720"/>
            <a:ext cx="12191695" cy="0"/>
          </a:xfrm>
          <a:prstGeom xmlns:a="http://schemas.openxmlformats.org/drawingml/2006/main" prst="line">
            <a:avLst/>
          </a:prstGeom>
          <a:ln xmlns:a="http://schemas.openxmlformats.org/drawingml/2006/main" w="6350">
            <a:solidFill>
              <a:srgbClr val="20355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E162DA8-CF16-4F44-BE05-BE716BC4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015bfcda640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7888" y="146304"/>
            <a:ext cx="3611880" cy="250900"/>
          </a:xfrm>
          <a:prstGeom xmlns:a="http://schemas.openxmlformats.org/drawingml/2006/main" prst="rect">
            <a:avLst/>
          </a:prstGeom>
        </p:spPr>
      </p:pic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3D0B608-6745-4C3E-8E74-82D74C35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118872"/>
            <a:ext cx="34747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900" b="1">
                <a:solidFill>
                  <a:srgbClr val="2DD4E8"/>
                </a:solidFill>
                <a:latin typeface="Consolas"/>
                <a:ea typeface="Consolas"/>
                <a:cs typeface="Consolas"/>
              </a:rPr>
              <a:t>03 / CREATE RIDE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9F35D64-3E69-402A-90DB-C57D52F8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8832" y="6428232"/>
            <a:ext cx="548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</a:pPr>
            <a:r>
              <a:rPr sz="900" b="0">
                <a:solidFill>
                  <a:srgbClr val="A9B8CD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157F3B6-10F6-4E74-9852-BB0182B9D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19088"/>
            <a:ext cx="42062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800" b="0">
                <a:solidFill>
                  <a:srgbClr val="A9B8CD"/>
                </a:solidFill>
                <a:latin typeface="Consolas"/>
                <a:ea typeface="Consolas"/>
                <a:cs typeface="Consolas"/>
              </a:rPr>
              <a:t>YAHBOOM 4WD · COMPUTER ENGINEERING PRACTICE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F365AD8-E029-4633-A378-CAA36CD0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02920"/>
            <a:ext cx="813816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3000" b="1">
                <a:solidFill>
                  <a:srgbClr val="F6F8FC"/>
                </a:solidFill>
                <a:latin typeface="微软雅黑"/>
                <a:ea typeface="微软雅黑"/>
                <a:cs typeface="微软雅黑"/>
              </a:rPr>
              <a:t>步骤 1｜用户先确定乘客和整段路线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F853BD7-EA72-45F3-BF97-80D62611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078992"/>
            <a:ext cx="64008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4ADDBB6-305B-4DD4-92EF-E21C4A92C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932688"/>
            <a:ext cx="90525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00" b="0">
                <a:solidFill>
                  <a:srgbClr val="A9B8CD"/>
                </a:solidFill>
                <a:latin typeface="微软雅黑"/>
                <a:ea typeface="微软雅黑"/>
                <a:cs typeface="微软雅黑"/>
              </a:rPr>
              <a:t>真实网页同时呈现乘客、接客点、途经点、终点和 5×5 路线预览。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D1B5421B-4B90-4E15-9EF2-7930811E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32688"/>
            <a:ext cx="2432304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5C008B1-6697-4D0F-8287-41C6BB7F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932688"/>
            <a:ext cx="24323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07111F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0ECA12DB-7B1B-43B0-B7EE-E01592B6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3" y="1362456"/>
            <a:ext cx="7973567" cy="45354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3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7035669e545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58368" y="1417320"/>
            <a:ext cx="7863840" cy="4425696"/>
          </a:xfrm>
          <a:prstGeom xmlns:a="http://schemas.openxmlformats.org/drawingml/2006/main" prst="rect">
            <a:avLst/>
          </a:prstGeom>
        </p:spPr>
      </p:pic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83EAFC7-69D9-4C84-903B-B1E76A9A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00784"/>
            <a:ext cx="1755648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4F70812-7D58-406C-A6DD-2BA06189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700784"/>
            <a:ext cx="17556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000" b="1">
                <a:solidFill>
                  <a:srgbClr val="F6F8FC"/>
                </a:solidFill>
                <a:latin typeface="微软雅黑"/>
                <a:ea typeface="微软雅黑"/>
                <a:cs typeface="微软雅黑"/>
              </a:rPr>
              <a:t>真实网页 · 路线预览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E1CC9B2F-219E-4315-910F-0A8AE69A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3104" y="1417320"/>
            <a:ext cx="2688336" cy="44256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233E"/>
          </a:solidFill>
          <a:ln xmlns:a="http://schemas.openxmlformats.org/drawingml/2006/main" w="15240">
            <a:solidFill>
              <a:srgbClr val="35D39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CC8404F-FE0A-4E60-A919-4B2795D4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5712" y="1691640"/>
            <a:ext cx="2084831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90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创建行程关键操作</a:t>
            </a: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305F6366-7802-4A56-90E4-93501B69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295144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58DBC7DA-69F4-48FE-B8D8-42595727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295144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6AD7852-7E5D-4CA3-A11F-6F61E2EE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276856"/>
            <a:ext cx="161848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选择登记乘客</a:t>
            </a: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1357E001-3F69-426A-A196-42343C67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926079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D4E8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B7738CE-F7A8-465B-9C11-914DFC11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2926079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0311B007-6FA6-4848-95D9-8AEE8B6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907791"/>
            <a:ext cx="161848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设置接客点 A2</a:t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44F6910C-10A1-4FEA-ABB9-D308B376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3557015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5D39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87C5BA2-4100-4F62-B33D-F9B5AF05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3557015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6DF1D5A-8A36-4229-9A19-B301300C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538727"/>
            <a:ext cx="161848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添加途经点 C2</a:t>
            </a:r>
          </a:p>
        </p:txBody>
      </p:sp>
      <p:sp>
        <p:nvSpPr>
          <p:cNvPr id="39" name="Oval 38">
            <a:extLst xmlns:a="http://schemas.openxmlformats.org/drawingml/2006/main">
              <a:ext uri="{FF2B5EF4-FFF2-40B4-BE49-F238E27FC236}">
                <a16:creationId xmlns:a16="http://schemas.microsoft.com/office/drawing/2014/main" id="{E8EC5748-6C72-44DD-9515-956A4751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4187952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9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9B04AEFB-5A15-43A2-9A36-D31973CB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4187952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9101310C-CC1C-4D88-B53F-271FCC3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4169664"/>
            <a:ext cx="161848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选择目的地 E4</a:t>
            </a:r>
          </a:p>
        </p:txBody>
      </p:sp>
      <p:sp>
        <p:nvSpPr>
          <p:cNvPr id="42" name="Oval 41">
            <a:extLst xmlns:a="http://schemas.openxmlformats.org/drawingml/2006/main">
              <a:ext uri="{FF2B5EF4-FFF2-40B4-BE49-F238E27FC236}">
                <a16:creationId xmlns:a16="http://schemas.microsoft.com/office/drawing/2014/main" id="{D38EAC98-6E8E-44EB-9448-52FF5139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4818888"/>
            <a:ext cx="329184" cy="32918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7C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ED187804-B2EF-4E16-B1BC-5565811A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856" y="4818888"/>
            <a:ext cx="32918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800" b="1">
                <a:solidFill>
                  <a:srgbClr val="EAF0F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2143844-125B-4265-BCD5-C32283A5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4800600"/>
            <a:ext cx="1618488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220" b="1">
                <a:solidFill>
                  <a:srgbClr val="EAF0F8"/>
                </a:solidFill>
                <a:latin typeface="微软雅黑"/>
                <a:ea typeface="微软雅黑"/>
                <a:cs typeface="微软雅黑"/>
              </a:rPr>
              <a:t>预览并创建行程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68BED454-87D6-4A4C-A8CE-ED4F65EB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6044184"/>
            <a:ext cx="10085832" cy="3291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81B29"/>
          </a:solidFill>
          <a:ln xmlns:a="http://schemas.openxmlformats.org/drawingml/2006/main" w="15240">
            <a:solidFill>
              <a:srgbClr val="F0646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AF541B4-5899-4F25-86E3-3589AB33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016752"/>
            <a:ext cx="9628632" cy="3931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1140" b="1">
                <a:solidFill>
                  <a:srgbClr val="FFD4D4"/>
                </a:solidFill>
                <a:latin typeface="微软雅黑"/>
                <a:ea typeface="微软雅黑"/>
                <a:cs typeface="微软雅黑"/>
              </a:rPr>
              <a:t>选择乘客 → 选择接客点 → 添加途经点 → 选择终点 → 预览路线 → 创建行程</a:t>
            </a:r>
          </a:p>
        </p:txBody>
      </p:sp>
      <p:pic>
        <p:nvPicPr>
          <p:cNvPr id="95" name="MainDemoVide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1644da0394a64"/>
          <a:srcRect xmlns:a="http://schemas.openxmlformats.org/drawingml/2006/main" l="0" t="7000" r="78000" b="20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572250" y="2857500"/>
            <a:ext cx="1714500" cy="2667000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</p:spTree>
    <p:extLst>
      <p:ext uri="{BB962C8B-B14F-4D97-AF65-F5344CB8AC3E}">
        <p14:creationId xmlns:p14="http://schemas.microsoft.com/office/powerpoint/2010/main" val="192625182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2026-07-15T16:34:49.4360000Z</dcterms:created>
  <dcterms:modified xsi:type="dcterms:W3CDTF">2026-07-15T16:34:49.4360000Z</dcterms:modified>
</coreProperties>
</file>